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888FF2-4027-4D37-8AB7-A2D045EAC09D}" v="3" dt="2026-04-26T04:18:00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0"/>
            <a:ext cx="11777345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  <a:latin typeface="Calibri"/>
              </a:rPr>
              <a:t>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E5C046"/>
                </a:solidFill>
                <a:latin typeface="Calibri"/>
              </a:rPr>
              <a:t>SAI DEEPAK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FILM BOOKING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49039"/>
            <a:ext cx="5486400" cy="45720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777240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C046"/>
                </a:solidFill>
                <a:latin typeface="Calibri"/>
              </a:rPr>
              <a:t>Software: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069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Full-Stack Cinema Ticket Booking Web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C046"/>
                </a:solidFill>
                <a:latin typeface="Calibri"/>
              </a:rPr>
              <a:t>Tech Stack: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572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HTML5 · CSS3 · JavaScript · PHP ·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C046"/>
                </a:solidFill>
                <a:latin typeface="Calibri"/>
              </a:rPr>
              <a:t>Guide: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5074920"/>
            <a:ext cx="5303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 err="1">
                <a:solidFill>
                  <a:srgbClr val="FFFFFF"/>
                </a:solidFill>
                <a:latin typeface="Calibri"/>
              </a:rPr>
              <a:t>DR.U.Vageeswari</a:t>
            </a:r>
            <a:r>
              <a:rPr lang="en-IN" sz="130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en-IN" sz="1300" dirty="0">
                <a:solidFill>
                  <a:srgbClr val="FFFFFF"/>
                </a:solidFill>
              </a:rPr>
              <a:t>Assistant Professor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— Dept. of Computer </a:t>
            </a:r>
            <a:r>
              <a:rPr lang="en-IN" sz="1300" dirty="0">
                <a:solidFill>
                  <a:srgbClr val="FFFFFF"/>
                </a:solidFill>
                <a:latin typeface="Calibri"/>
              </a:rPr>
              <a:t>Application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C046"/>
                </a:solidFill>
                <a:latin typeface="Calibri"/>
              </a:rPr>
              <a:t>Student: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5577840"/>
            <a:ext cx="5303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Sai</a:t>
            </a:r>
            <a:r>
              <a:rPr lang="en-IN" sz="1300" dirty="0">
                <a:solidFill>
                  <a:srgbClr val="FFFFFF"/>
                </a:solidFill>
                <a:latin typeface="Calibri"/>
              </a:rPr>
              <a:t> Saran S,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Deepak </a:t>
            </a:r>
            <a:r>
              <a:rPr lang="en-IN" sz="1300" b="0" i="0" dirty="0">
                <a:solidFill>
                  <a:srgbClr val="FFFFFF"/>
                </a:solidFill>
                <a:latin typeface="Calibri"/>
              </a:rPr>
              <a:t>Balaji P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|  SDL Lab Exam  |  202</a:t>
            </a:r>
            <a:r>
              <a:rPr lang="en-IN" sz="1300" b="0" i="0" dirty="0">
                <a:solidFill>
                  <a:srgbClr val="FFFFFF"/>
                </a:solidFill>
                <a:latin typeface="Calibri"/>
              </a:rPr>
              <a:t>6</a:t>
            </a:r>
            <a:endParaRPr sz="13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C046"/>
                </a:solidFill>
                <a:latin typeface="Calibri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960120"/>
            <a:ext cx="5788152" cy="54864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C0"/>
                </a:solidFill>
                <a:latin typeface="Calibri"/>
              </a:rPr>
              <a:t>What is the Sai Deepak Film Booking System?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6217920" cy="512064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5EF8"/>
                </a:solidFill>
                <a:latin typeface="Calibri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A full-featured cinema ticket booking web application built using HTML, CSS, JavaScript, and PHP with MySQL as the database backend.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Allows users to browse currently showing films, select seats interactively, choose dates and showtimes, and confirm bookings with payment details.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Provides a seamless experience with user authentication (register/login), personal booking history, and a real-time seat availability 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21024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Includes an admin panel for managing movies, users, and bookings from a secure dashboard.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87952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Designed with a cinematic dark theme and responsive layout — works on mobile, tablet, and desktop browsers.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325880"/>
            <a:ext cx="4892040" cy="91440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137160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37160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C046"/>
                </a:solidFill>
                <a:latin typeface="Calibri"/>
              </a:rPr>
              <a:t>8 Films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178308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Movies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350008"/>
            <a:ext cx="4892040" cy="91440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6600" y="2395728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3957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C046"/>
                </a:solidFill>
                <a:latin typeface="Calibri"/>
              </a:rPr>
              <a:t>70 Seats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80720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Seats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3374136"/>
            <a:ext cx="4892040" cy="91440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86600" y="3419856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41985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C046"/>
                </a:solidFill>
                <a:latin typeface="Calibri"/>
              </a:rPr>
              <a:t>5 per 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83133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Showtimes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4398264"/>
            <a:ext cx="4892040" cy="91440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4443984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44398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C046"/>
                </a:solidFill>
                <a:latin typeface="Calibri"/>
              </a:rPr>
              <a:t>Register / 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85546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User Auth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5422392"/>
            <a:ext cx="4892040" cy="91440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6600" y="546811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🛠️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546811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C046"/>
                </a:solidFill>
                <a:latin typeface="Calibri"/>
              </a:rPr>
              <a:t>Full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587959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Admin Panel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C046"/>
                </a:solidFill>
                <a:latin typeface="Calibri"/>
              </a:rPr>
              <a:t>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960120"/>
            <a:ext cx="5788152" cy="54864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C0"/>
                </a:solidFill>
                <a:latin typeface="Calibri"/>
              </a:rPr>
              <a:t>Traditional Cinema Booking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657600" cy="502920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C046"/>
                </a:solidFill>
                <a:latin typeface="Calibri"/>
              </a:rPr>
              <a:t>Manual Counter Booking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3291840" cy="27432"/>
          </a:xfrm>
          <a:prstGeom prst="rect">
            <a:avLst/>
          </a:prstGeom>
          <a:solidFill>
            <a:srgbClr val="7B5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Customers visit cinema in 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284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Staff manually record seat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22191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Paper tickets issued at counter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159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No real-time availability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Long queues especially on weekends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325880"/>
            <a:ext cx="3657600" cy="502920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463040"/>
            <a:ext cx="7315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solidFill>
                  <a:srgbClr val="FFFFFF"/>
                </a:solidFill>
              </a:rPr>
              <a:t>⚠️</a:t>
            </a:r>
            <a:endParaRPr sz="30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34840" y="2194560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1" dirty="0">
                <a:solidFill>
                  <a:srgbClr val="E5C046"/>
                </a:solidFill>
                <a:latin typeface="Calibri"/>
              </a:rPr>
              <a:t>Limitation of Existing System</a:t>
            </a:r>
            <a:endParaRPr sz="1400" b="1" i="0" dirty="0">
              <a:solidFill>
                <a:srgbClr val="E5C046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4840" y="2743200"/>
            <a:ext cx="3291840" cy="27432"/>
          </a:xfrm>
          <a:prstGeom prst="rect">
            <a:avLst/>
          </a:prstGeom>
          <a:solidFill>
            <a:srgbClr val="7B5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2834640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n-IN" sz="1200" dirty="0">
                <a:solidFill>
                  <a:srgbClr val="FFFFFF"/>
                </a:solidFill>
              </a:rPr>
              <a:t>Time-consuming process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34840" y="3328416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n-IN" sz="1200" dirty="0">
                <a:solidFill>
                  <a:srgbClr val="FFFFFF"/>
                </a:solidFill>
              </a:rPr>
              <a:t>No real-time seat availability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34840" y="3822191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n-IN" sz="1200" dirty="0">
                <a:solidFill>
                  <a:srgbClr val="FFFFFF"/>
                </a:solidFill>
              </a:rPr>
              <a:t>High chances of errors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34840" y="4315968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FFFFFF"/>
                </a:solidFill>
                <a:latin typeface="Calibri"/>
              </a:rPr>
              <a:t>▸ </a:t>
            </a:r>
            <a:r>
              <a:rPr lang="en-IN" sz="1200" dirty="0">
                <a:solidFill>
                  <a:srgbClr val="FFFFFF"/>
                </a:solidFill>
              </a:rPr>
              <a:t>Poor user experience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34840" y="4809744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FFFFFF"/>
                </a:solidFill>
                <a:latin typeface="Calibri"/>
              </a:rPr>
              <a:t>▸  </a:t>
            </a:r>
            <a:r>
              <a:rPr lang="en-IN" sz="1200" dirty="0">
                <a:solidFill>
                  <a:srgbClr val="FFFFFF"/>
                </a:solidFill>
              </a:rPr>
              <a:t>No secure online payment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38160" y="1325880"/>
            <a:ext cx="3657600" cy="502920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194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C046"/>
                </a:solidFill>
                <a:latin typeface="Calibri"/>
              </a:rPr>
              <a:t>Basic Online Portals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743200"/>
            <a:ext cx="3291840" cy="27432"/>
          </a:xfrm>
          <a:prstGeom prst="rect">
            <a:avLst/>
          </a:prstGeom>
          <a:solidFill>
            <a:srgbClr val="7B5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28346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Simple HTML forms with no live seat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3284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Manual email confirmation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822191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No user login or booking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3159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Limited to desktop browsers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8097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No admin management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C046"/>
                </a:solidFill>
                <a:latin typeface="Calibri"/>
              </a:rPr>
              <a:t>DRAWBACKS OF 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960120"/>
            <a:ext cx="5788152" cy="54864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C0"/>
                </a:solidFill>
                <a:latin typeface="Calibri"/>
              </a:rPr>
              <a:t>Key Pain Points Addressed by Our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703320" cy="2148840"/>
          </a:xfrm>
          <a:prstGeom prst="rect">
            <a:avLst/>
          </a:prstGeom>
          <a:solidFill>
            <a:srgbClr val="141428"/>
          </a:solidFill>
          <a:ln w="12700">
            <a:solidFill>
              <a:srgbClr val="E5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4646"/>
                </a:solidFill>
                <a:latin typeface="Calibri"/>
              </a:rPr>
              <a:t>⏳  Time Consuming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3337560" cy="27432"/>
          </a:xfrm>
          <a:prstGeom prst="rect">
            <a:avLst/>
          </a:prstGeom>
          <a:solidFill>
            <a:srgbClr val="E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Customers waste hours in queues at counters; staff spend valuable time on manual data entry.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371600"/>
            <a:ext cx="3703320" cy="2148840"/>
          </a:xfrm>
          <a:prstGeom prst="rect">
            <a:avLst/>
          </a:prstGeom>
          <a:solidFill>
            <a:srgbClr val="141428"/>
          </a:solidFill>
          <a:ln w="12700">
            <a:solidFill>
              <a:srgbClr val="E5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1481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4646"/>
                </a:solidFill>
                <a:latin typeface="Calibri"/>
              </a:rPr>
              <a:t>❌  Error-Prone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1965960"/>
            <a:ext cx="3337560" cy="27432"/>
          </a:xfrm>
          <a:prstGeom prst="rect">
            <a:avLst/>
          </a:prstGeom>
          <a:solidFill>
            <a:srgbClr val="E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205740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Manual bookings lead to double-seating, incorrect entries, and paper record losses.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1371600"/>
            <a:ext cx="3703320" cy="2148840"/>
          </a:xfrm>
          <a:prstGeom prst="rect">
            <a:avLst/>
          </a:prstGeom>
          <a:solidFill>
            <a:srgbClr val="141428"/>
          </a:solidFill>
          <a:ln w="12700">
            <a:solidFill>
              <a:srgbClr val="E5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5" y="14813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4646"/>
                </a:solidFill>
                <a:latin typeface="Calibri"/>
              </a:rPr>
              <a:t>📵  No Real-Time Updates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57615" y="1965960"/>
            <a:ext cx="3337560" cy="27432"/>
          </a:xfrm>
          <a:prstGeom prst="rect">
            <a:avLst/>
          </a:prstGeom>
          <a:solidFill>
            <a:srgbClr val="E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57615" y="205740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Seat availability is unknown until physical visit; no dynamic seat map or live status.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3703320" cy="2148840"/>
          </a:xfrm>
          <a:prstGeom prst="rect">
            <a:avLst/>
          </a:prstGeom>
          <a:solidFill>
            <a:srgbClr val="141428"/>
          </a:solidFill>
          <a:ln w="12700">
            <a:solidFill>
              <a:srgbClr val="E5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8587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4646"/>
                </a:solidFill>
                <a:latin typeface="Calibri"/>
              </a:rPr>
              <a:t>💸  No Online Payment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3337560" cy="27432"/>
          </a:xfrm>
          <a:prstGeom prst="rect">
            <a:avLst/>
          </a:prstGeom>
          <a:solidFill>
            <a:srgbClr val="E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Existing systems lack integrated digital payment, limiting convenience for customers.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3749039"/>
            <a:ext cx="3703320" cy="2148840"/>
          </a:xfrm>
          <a:prstGeom prst="rect">
            <a:avLst/>
          </a:prstGeom>
          <a:solidFill>
            <a:srgbClr val="141428"/>
          </a:solidFill>
          <a:ln w="12700">
            <a:solidFill>
              <a:srgbClr val="E5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53128" y="38587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4646"/>
                </a:solidFill>
                <a:latin typeface="Calibri"/>
              </a:rPr>
              <a:t>📂  No Booking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53128" y="4343400"/>
            <a:ext cx="3337560" cy="27432"/>
          </a:xfrm>
          <a:prstGeom prst="rect">
            <a:avLst/>
          </a:prstGeom>
          <a:solidFill>
            <a:srgbClr val="E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53128" y="443484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Customers cannot view past bookings; staff have no centralized transaction records.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74736" y="3749039"/>
            <a:ext cx="3703320" cy="2148840"/>
          </a:xfrm>
          <a:prstGeom prst="rect">
            <a:avLst/>
          </a:prstGeom>
          <a:solidFill>
            <a:srgbClr val="141428"/>
          </a:solidFill>
          <a:ln w="12700">
            <a:solidFill>
              <a:srgbClr val="E5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57615" y="38587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4646"/>
                </a:solidFill>
                <a:latin typeface="Calibri"/>
              </a:rPr>
              <a:t>🔒  Poor Security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57615" y="4343400"/>
            <a:ext cx="3337560" cy="27432"/>
          </a:xfrm>
          <a:prstGeom prst="rect">
            <a:avLst/>
          </a:prstGeom>
          <a:solidFill>
            <a:srgbClr val="E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57615" y="443484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No user authentication; anyone can make or cancel bookings without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C046"/>
                </a:solidFill>
                <a:latin typeface="Calibri"/>
              </a:rP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960120"/>
            <a:ext cx="5788152" cy="54864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C0"/>
                </a:solidFill>
                <a:latin typeface="Calibri"/>
              </a:rPr>
              <a:t>Sai Deepak — A Smart Digital Booking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852160" cy="512064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C046"/>
                </a:solidFill>
                <a:latin typeface="Calibri"/>
              </a:rPr>
              <a:t>System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A complete web-based cinema ticket booking platform replacing all manual processes.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237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Users register and log in securely; sessions are maintained across pages.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8152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Movies are loaded from a MySQL database via a PHP REST API backend.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393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Interactive seat map prevents double-booking with real-time seat status.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9709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7-day rolling date picker + 5 showtime slots per movie, per 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5487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Payment form with card formatting, CVV, and expiry validation.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31266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Admin dashboard for full CRUD management of movies, users, bookings.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8704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Fully responsive — works on mobile, tablet, and desktop.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32588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C046"/>
                </a:solidFill>
                <a:latin typeface="Calibri"/>
              </a:rPr>
              <a:t>Booking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783080"/>
            <a:ext cx="5166360" cy="82296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187451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5EF8"/>
                </a:solidFill>
                <a:latin typeface="Calibr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856231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C046"/>
                </a:solidFill>
                <a:latin typeface="Calibri"/>
              </a:rPr>
              <a:t>Browse Movies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221991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A0C0"/>
                </a:solidFill>
                <a:latin typeface="Calibri"/>
              </a:rPr>
              <a:t>Filter by genre, view rating &amp; price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2715768"/>
            <a:ext cx="5166360" cy="82296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2807208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5EF8"/>
                </a:solidFill>
                <a:latin typeface="Calibr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7889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C046"/>
                </a:solidFill>
                <a:latin typeface="Calibri"/>
              </a:rPr>
              <a:t>Choose Showtime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5467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A0C0"/>
                </a:solidFill>
                <a:latin typeface="Calibri"/>
              </a:rPr>
              <a:t>Pick date (7 days) &amp; time slot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648456"/>
            <a:ext cx="5166360" cy="82296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3739896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5EF8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72160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C046"/>
                </a:solidFill>
                <a:latin typeface="Calibri"/>
              </a:rPr>
              <a:t>Select Seats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0873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A0C0"/>
                </a:solidFill>
                <a:latin typeface="Calibri"/>
              </a:rPr>
              <a:t>Interactive map, max 8 seats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4581144"/>
            <a:ext cx="5166360" cy="82296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4672583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5EF8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65429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C046"/>
                </a:solidFill>
                <a:latin typeface="Calibri"/>
              </a:rPr>
              <a:t>Enter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502005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A0C0"/>
                </a:solidFill>
                <a:latin typeface="Calibri"/>
              </a:rPr>
              <a:t>Name, email, card info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5513832"/>
            <a:ext cx="5166360" cy="82296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0" y="560527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5EF8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558698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C046"/>
                </a:solidFill>
                <a:latin typeface="Calibri"/>
              </a:rPr>
              <a:t>Confirm &amp; Pay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595274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A0C0"/>
                </a:solidFill>
                <a:latin typeface="Calibri"/>
              </a:rPr>
              <a:t>Booking saved to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C046"/>
                </a:solidFill>
                <a:latin typeface="Calibri"/>
              </a:rPr>
              <a:t>MODULE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960120"/>
            <a:ext cx="5788152" cy="54864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C0"/>
                </a:solidFill>
                <a:latin typeface="Calibri"/>
              </a:rPr>
              <a:t>Core Modules of the Booking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94760" cy="228600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4630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C046"/>
                </a:solidFill>
                <a:latin typeface="Calibri"/>
              </a:rPr>
              <a:t>👤  User Auth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938528"/>
            <a:ext cx="3429000" cy="27432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203911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User registration with bcrypt password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4231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Login / Logout with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8072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Email format &amp; password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19125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Auth state persisted via localStorage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371600"/>
            <a:ext cx="3794760" cy="228600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1" y="14630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C046"/>
                </a:solidFill>
                <a:latin typeface="Calibri"/>
              </a:rPr>
              <a:t>🎬  Movie Listing Module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62271" y="1938528"/>
            <a:ext cx="3429000" cy="27432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2271" y="203911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Movies fetched via PHP API (MySQL)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24231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Genre filter: All / Action / Drama / Sci-Fi / Horror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28072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Fallback to local JS data if API offline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1" y="319125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Movie cards with rating, duration, price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1371600"/>
            <a:ext cx="3794760" cy="228600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9911" y="14630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C046"/>
                </a:solidFill>
                <a:latin typeface="Calibri"/>
              </a:rPr>
              <a:t>💺  Seat Booking Module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9911" y="1938528"/>
            <a:ext cx="3429000" cy="27432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9911" y="203911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7×10 interactive seat map (70 seats)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4231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Pre-taken seats shown on 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1" y="28072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Max 8 seats per 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1" y="319125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Real-time selected seat display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840480"/>
            <a:ext cx="3794760" cy="228600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393192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C046"/>
                </a:solidFill>
                <a:latin typeface="Calibri"/>
              </a:rPr>
              <a:t>💳  Payment Module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" y="4407408"/>
            <a:ext cx="3429000" cy="27432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" y="45079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Auto-formatted card number (1234 5678…)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48920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Expiry &amp; CVV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27608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Booking sent to PHP API via 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566013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localStorage fallback if server offline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79" y="3840480"/>
            <a:ext cx="3794760" cy="228600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62271" y="393192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C046"/>
                </a:solidFill>
                <a:latin typeface="Calibri"/>
              </a:rPr>
              <a:t>📋  My Bookings Module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62271" y="4407408"/>
            <a:ext cx="3429000" cy="27432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62271" y="45079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Fetch user bookings by email from 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2271" y="48920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Cancel booking (updates DB status)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2271" y="527608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Shows movie, date, time, seats, total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1" y="566013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Booking history on homepage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19" y="3840480"/>
            <a:ext cx="3794760" cy="228600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39911" y="393192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C046"/>
                </a:solidFill>
                <a:latin typeface="Calibri"/>
              </a:rPr>
              <a:t>🛠️  Admin Panel Module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39911" y="4407408"/>
            <a:ext cx="3429000" cy="27432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39911" y="450799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Manage movies (add / edit / delete)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9911" y="48920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View all user bookings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9911" y="527608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Cancel or update booking status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9911" y="566013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▸  Password-protected admin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C046"/>
                </a:solidFill>
                <a:latin typeface="Calibri"/>
              </a:rPr>
              <a:t>DEVELOPED SOFTWARE — SCREEN 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960120"/>
            <a:ext cx="5788152" cy="54864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C0"/>
                </a:solidFill>
                <a:latin typeface="Calibri"/>
              </a:rPr>
              <a:t>Key Pages of the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9476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9768" y="1481328"/>
            <a:ext cx="3566160" cy="2926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C0"/>
                </a:solidFill>
                <a:latin typeface="Calibri"/>
              </a:rPr>
              <a:t>● ● ●  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470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C046"/>
                </a:solidFill>
                <a:latin typeface="Calibri"/>
              </a:rPr>
              <a:t>Home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42316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Hero section with featured film, movie grid with genre filters, and navigation bar with login/logout.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371600"/>
            <a:ext cx="379476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7" y="1481328"/>
            <a:ext cx="3566160" cy="2926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14813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C0"/>
                </a:solidFill>
                <a:latin typeface="Calibri"/>
              </a:rPr>
              <a:t>● ● ●  booking.html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1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🎟️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18470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C046"/>
                </a:solidFill>
                <a:latin typeface="Calibri"/>
              </a:rPr>
              <a:t>Booking Page — 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242316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Movie selector grid + date pills (7 days rolling) + 5 showtime options per movie.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371600"/>
            <a:ext cx="379476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85047" y="1481328"/>
            <a:ext cx="3566160" cy="2926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199" y="14813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C0"/>
                </a:solidFill>
                <a:latin typeface="Calibri"/>
              </a:rPr>
              <a:t>● ● ●  booking.html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18470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C046"/>
                </a:solidFill>
                <a:latin typeface="Calibri"/>
              </a:rPr>
              <a:t>Booking Page — Step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242316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Interactive 7×10 seat map. Green = available, Red = taken, Blue = selected. Max 8 seats.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379476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" y="4041648"/>
            <a:ext cx="3566160" cy="2926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0416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C0"/>
                </a:solidFill>
                <a:latin typeface="Calibri"/>
              </a:rPr>
              <a:t>● ● ●  booking.html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4074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C046"/>
                </a:solidFill>
                <a:latin typeface="Calibri"/>
              </a:rPr>
              <a:t>Booking Page — 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4983479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Order summary card + payment form with card auto-format. Confirms and saves to DB.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79" y="3931920"/>
            <a:ext cx="379476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07407" y="4041648"/>
            <a:ext cx="3566160" cy="2926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59" y="40416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C0"/>
                </a:solidFill>
                <a:latin typeface="Calibri"/>
              </a:rPr>
              <a:t>● ● ●  Success Modal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1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19" y="44074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C046"/>
                </a:solidFill>
                <a:latin typeface="Calibri"/>
              </a:rPr>
              <a:t>Booking Confirmed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1" y="4983479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Confirmation modal showing movie, date, seats, total paid, and booking reference ID.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3931920"/>
            <a:ext cx="379476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85047" y="4041648"/>
            <a:ext cx="3566160" cy="2926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58199" y="40416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C0"/>
                </a:solidFill>
                <a:latin typeface="Calibri"/>
              </a:rPr>
              <a:t>● ● ●  admin.html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911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🛠️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59" y="44074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C046"/>
                </a:solidFill>
                <a:latin typeface="Calibri"/>
              </a:rPr>
              <a:t>Admin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911" y="4983479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Admin panel for full CRUD: manage movies, view &amp; cancel bookings, manage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C046"/>
                </a:solidFill>
                <a:latin typeface="Calibri"/>
              </a:rPr>
              <a:t>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960120"/>
            <a:ext cx="5788152" cy="54864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C0"/>
                </a:solidFill>
                <a:latin typeface="Calibri"/>
              </a:rPr>
              <a:t>Outputs Generated by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57784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C046"/>
                </a:solidFill>
                <a:latin typeface="Calibri"/>
              </a:rPr>
              <a:t>🎟️  Booking Confirmation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5166360" cy="27432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Generated on successful booking with: Movie name, date, showtime, seat numbers, customer name &amp; email, total amount paid, and unique booking 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📂 Displayed in success modal; saved to MySQL bookings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57784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81328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C046"/>
                </a:solidFill>
                <a:latin typeface="Calibri"/>
              </a:rPr>
              <a:t>📋  My Bookings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965960"/>
            <a:ext cx="5166360" cy="27432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Per-user booking report listing all past and current bookings with status (Confirmed / Cancelled), sorted by date.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0896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📂 Fetched from DB via GET /api.php?action=bookings&amp;email=…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557784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041648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C046"/>
                </a:solidFill>
                <a:latin typeface="Calibri"/>
              </a:rPr>
              <a:t>🎬  Movie Listing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26280"/>
            <a:ext cx="5166360" cy="27432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617720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Admin can view all movies with genre, rating, price, active status. Supports add, edit, and soft-delete operations.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69279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📂 Managed through admin.html ↔ api.php CRUD endpoints.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931920"/>
            <a:ext cx="5577840" cy="237744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041648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C046"/>
                </a:solidFill>
                <a:latin typeface="Calibri"/>
              </a:rPr>
              <a:t>👥  User Management 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4526280"/>
            <a:ext cx="5166360" cy="27432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4617720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Admin panel shows all registered users: name, email, registration date. Admin can deactivate accounts.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669279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📂 Secured behind admin password; data pulled from users 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C046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960120"/>
            <a:ext cx="5788152" cy="54864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C0"/>
                </a:solidFill>
                <a:latin typeface="Calibri"/>
              </a:rPr>
              <a:t>Summary and Achievements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7772400" cy="512064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The Sai Deepak Film Booking System successfully replaces traditional manual booking with a modern, efficient digital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67128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All core objectives were achieved — user authentication, real-time seat selection, dynamic movie management, and secure bookings.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25496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The PHP + MySQL backend ensures persistent data storage with proper relational design (users, movies, showtimes, bookings).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83864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The system is resilient — it falls back gracefully to localStorage when the PHP server is unavailable, ensuring continuous usability.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42231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The responsive, cinematic dark-theme UI delivers a professional user experience comparable to commercial booking platforms.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00600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The admin panel provides complete control over the system, enabling efficient day-to-day management without technical knowledge.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458968"/>
            <a:ext cx="7406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Input validation (email format, card number, CVV, password length) ensures data integrity and prevents erroneous submissions.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1325880"/>
            <a:ext cx="3337560" cy="5120640"/>
          </a:xfrm>
          <a:prstGeom prst="rect">
            <a:avLst/>
          </a:prstGeom>
          <a:solidFill>
            <a:srgbClr val="101022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1080" y="146304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5EF8"/>
                </a:solidFill>
                <a:latin typeface="Calibri"/>
              </a:rPr>
              <a:t>Key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965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5C046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35000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Movies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7157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5C046"/>
                </a:solidFill>
                <a:latin typeface="Calibri"/>
              </a:rPr>
              <a:t>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099815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Seats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4655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5C046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84962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Showtimes/Day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4215383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5C046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4599431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Booking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9651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5C046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3492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Responsive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715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5C046"/>
                </a:solidFill>
                <a:latin typeface="Calibri"/>
              </a:rPr>
              <a:t>PHP+MySQL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609904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Backend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C046"/>
                </a:solidFill>
                <a:latin typeface="Calibri"/>
              </a:rPr>
              <a:t>FUTURE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960120"/>
            <a:ext cx="5788152" cy="54864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C0"/>
                </a:solidFill>
                <a:latin typeface="Calibri"/>
              </a:rPr>
              <a:t>Planned Enhancements &amp;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577840" cy="160020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5087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508760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C046"/>
                </a:solidFill>
                <a:latin typeface="Calibri"/>
              </a:rPr>
              <a:t>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938528"/>
            <a:ext cx="4572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Native iOS and Android apps using React Native, with push notifications for booking reminders and offers.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577840" cy="160020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2" y="1508760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C046"/>
                </a:solidFill>
                <a:latin typeface="Calibri"/>
              </a:rPr>
              <a:t>Real Payment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1938528"/>
            <a:ext cx="4572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Integrate Razorpay / Stripe / PayPal for real money transactions with UPI, net banking, and card support.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54680"/>
            <a:ext cx="5577840" cy="160020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32918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291840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C046"/>
                </a:solidFill>
                <a:latin typeface="Calibri"/>
              </a:rPr>
              <a:t>AI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721608"/>
            <a:ext cx="4572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Machine learning model to suggest movies based on user viewing history, genre preference, and ratings.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154680"/>
            <a:ext cx="5577840" cy="160020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32918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3291840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C046"/>
                </a:solidFill>
                <a:latin typeface="Calibri"/>
              </a:rPr>
              <a:t>Dynamic Seat Pricing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3721608"/>
            <a:ext cx="4572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Premium seat rows (front/back) priced differently; early-bird discounts and weekend surge pricing.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37760"/>
            <a:ext cx="5577840" cy="160020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5074920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C046"/>
                </a:solidFill>
                <a:latin typeface="Calibri"/>
              </a:rPr>
              <a:t>Advanced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504688"/>
            <a:ext cx="4572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Admin dashboard with charts — daily revenue, top-booked movies, peak hours, user demographics.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937760"/>
            <a:ext cx="5577840" cy="160020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50749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5074920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C046"/>
                </a:solidFill>
                <a:latin typeface="Calibri"/>
              </a:rPr>
              <a:t>Multi-Language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5504688"/>
            <a:ext cx="4572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Localization for Tamil, Hindi, and other Indian languages to widen the user 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5C046"/>
                </a:solidFill>
                <a:latin typeface="Calibri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960120"/>
            <a:ext cx="5788152" cy="54864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C0"/>
                </a:solidFill>
                <a:latin typeface="Calibri"/>
              </a:rPr>
              <a:t>Technologies, Libraries &amp; Resources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246888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C046"/>
                </a:solidFill>
                <a:latin typeface="Calibri"/>
              </a:rPr>
              <a:t>🌐  Technologies Used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5257800" cy="27432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2029967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HTML5 — Semantic markup and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95727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CSS3 — Custom properties, Flexbox, Grid, animations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61487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JavaScript (ES6+) — Async/await, Fetch API, DOM manipulation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2724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PHP 7.4+ — RESTful API with PDO &amp; prepared statements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9300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MySQL 5.7+ — Relational database with InnoDB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69080"/>
            <a:ext cx="5669280" cy="2468880"/>
          </a:xfrm>
          <a:prstGeom prst="rect">
            <a:avLst/>
          </a:prstGeom>
          <a:solidFill>
            <a:srgbClr val="141428"/>
          </a:solidFill>
          <a:ln w="12700">
            <a:solidFill>
              <a:srgbClr val="E5C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17880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C046"/>
                </a:solidFill>
                <a:latin typeface="Calibri"/>
              </a:rPr>
              <a:t>📦  Libraries &amp; Fonts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636008"/>
            <a:ext cx="5257800" cy="27432"/>
          </a:xfrm>
          <a:prstGeom prst="rect">
            <a:avLst/>
          </a:prstGeom>
          <a:solidFill>
            <a:srgbClr val="E5C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472744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PptxGenJS / python-pptx — Presentation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09320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Google Fonts — Bebas Neue (display) + Barlow (body)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45896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XAMPP / WAMP — Local development server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371600"/>
            <a:ext cx="5440680" cy="246888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148132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5EF8"/>
                </a:solidFill>
                <a:latin typeface="Calibri"/>
              </a:rPr>
              <a:t>📚  References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1938528"/>
            <a:ext cx="5074920" cy="27432"/>
          </a:xfrm>
          <a:prstGeom prst="rect">
            <a:avLst/>
          </a:prstGeom>
          <a:solidFill>
            <a:srgbClr val="7B5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2029967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MDN Web Docs — developer.mozilla.org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48716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PHP Official Documentation — php.net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94436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MySQL Reference Manual — dev.mysql.com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40156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W3Schools — w3schools.com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5876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Stack Overflow — stackoverflow.com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069080"/>
            <a:ext cx="5440680" cy="2468880"/>
          </a:xfrm>
          <a:prstGeom prst="rect">
            <a:avLst/>
          </a:prstGeom>
          <a:solidFill>
            <a:srgbClr val="141428"/>
          </a:solidFill>
          <a:ln w="12700">
            <a:solidFill>
              <a:srgbClr val="7B5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417880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5EF8"/>
                </a:solidFill>
                <a:latin typeface="Calibri"/>
              </a:rPr>
              <a:t>🎓  Acknowledgements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4636008"/>
            <a:ext cx="5074920" cy="27432"/>
          </a:xfrm>
          <a:prstGeom prst="rect">
            <a:avLst/>
          </a:prstGeom>
          <a:solidFill>
            <a:srgbClr val="7B5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472744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Department of Computer Science &amp;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18464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SDL Lab Faculty &amp;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64184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Open-source community contributors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443</TotalTime>
  <Words>1614</Words>
  <Application>Microsoft Office PowerPoint</Application>
  <PresentationFormat>Custom</PresentationFormat>
  <Paragraphs>234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Saran</cp:lastModifiedBy>
  <cp:revision>6</cp:revision>
  <dcterms:created xsi:type="dcterms:W3CDTF">2013-01-27T09:14:16Z</dcterms:created>
  <dcterms:modified xsi:type="dcterms:W3CDTF">2026-04-26T04:18:02Z</dcterms:modified>
  <cp:category/>
</cp:coreProperties>
</file>